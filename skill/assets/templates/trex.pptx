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Kani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1DC07B-1B65-4E73-9999-A8F139A01F9D}">
  <a:tblStyle styleId="{D61DC07B-1B65-4E73-9999-A8F139A01F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Kani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Kanit-bold.fntdata"/><Relationship Id="rId6" Type="http://schemas.openxmlformats.org/officeDocument/2006/relationships/slide" Target="slides/slide1.xml"/><Relationship Id="rId18" Type="http://schemas.openxmlformats.org/officeDocument/2006/relationships/font" Target="fonts/Kan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speaker, not the audience. Delete it before presenting.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line on the cover is a hook, not a mission title. "Getting a fifteen-year-old back-office team to talk to users again" makes people stay. "REX mission X" makes them open Slack.</a:t>
            </a:r>
            <a:br>
              <a:rPr lang="en-US"/>
            </a:br>
            <a:br>
              <a:rPr lang="en-US"/>
            </a:br>
            <a:r>
              <a:rPr lang="en-US"/>
              <a:t>Start with the room, not with yourself: a question, a show of hands, one sentence. Then go.</a:t>
            </a:r>
            <a:br>
              <a:rPr lang="en-US"/>
            </a:br>
            <a:r>
              <a:rPr lang="en-US"/>
              <a:t>⏱ 30 sec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facts, then move on. Anonymise unless the mission is public: "a French insurance group, 12 000 people" does the job.</a:t>
            </a:r>
            <a:br>
              <a:rPr lang="en-US"/>
            </a:br>
            <a:br>
              <a:rPr lang="en-US"/>
            </a:br>
            <a:r>
              <a:rPr lang="en-US"/>
              <a:t>Don't spend your goodwill here. The room is waiting for the problem.</a:t>
            </a:r>
            <a:br>
              <a:rPr lang="en-US"/>
            </a:br>
            <a:r>
              <a:rPr lang="en-US"/>
              <a:t>⏱ 2 min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Tell us how you found out. The moment of discovery is the story: the interview nobody had run, the dashboard nobody had opened, the claims handler you sat next to for an afternoon.</a:t>
            </a:r>
            <a:br>
              <a:rPr lang="en-US"/>
            </a:br>
            <a:br>
              <a:rPr lang="en-US"/>
            </a:br>
            <a:r>
              <a:rPr lang="en-US"/>
              <a:t>Go easy on the client. That gap is normal, it's usually why they hired a designer in the first place.</a:t>
            </a:r>
            <a:br>
              <a:rPr lang="en-US"/>
            </a:br>
            <a:r>
              <a:rPr lang="en-US"/>
              <a:t>⏱ 3 min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full screen shrunk to 30% shows nothing. Crop hard.</a:t>
            </a:r>
            <a:br>
              <a:rPr lang="en-US"/>
            </a:br>
            <a:br>
              <a:rPr lang="en-US"/>
            </a:br>
            <a:r>
              <a:rPr lang="en-US"/>
              <a:t>Redaction pass before pasting: user names, emails, revenue, unreleased features, anything a client would rather not see travelling.</a:t>
            </a:r>
            <a:br>
              <a:rPr lang="en-US"/>
            </a:br>
            <a:r>
              <a:rPr lang="en-US"/>
              <a:t>⏱ 5 min</a:t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Never invent a figure. If you don't have one, name the decision or the behaviour instead. People can tell, and the credibility you lose is hard to win back.</a:t>
            </a:r>
            <a:br>
              <a:rPr lang="en-US"/>
            </a:br>
            <a:r>
              <a:rPr lang="en-US"/>
              <a:t>⏱ 3 min</a:t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things is plenty. You're handing the room a shortcut, no need to flagellate yourself.</a:t>
            </a:r>
            <a:br>
              <a:rPr lang="en-US"/>
            </a:br>
            <a:r>
              <a:rPr lang="en-US"/>
              <a:t>⏱ 2 min</a:t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Leave this up for the whole Q&amp;A. It keeps your takeaways on screen and gives latecomers something to grab onto.</a:t>
            </a:r>
            <a:br>
              <a:rPr lang="en-US"/>
            </a:br>
            <a:r>
              <a:rPr lang="en-US"/>
              <a:t>⏱ 2 min, then 10 min of questions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lang="en-US" sz="1700">
                <a:solidFill>
                  <a:srgbClr val="5818FF"/>
                </a:solidFill>
                <a:highlight>
                  <a:srgbClr val="5818FF"/>
                </a:highlight>
                <a:latin typeface="Kanit"/>
                <a:ea typeface="Kanit"/>
                <a:cs typeface="Kanit"/>
                <a:sym typeface="Kanit"/>
              </a:rPr>
              <a:t>.</a:t>
            </a:r>
            <a:r>
              <a:rPr b="1" i="0" lang="en-US" sz="1600" u="none" cap="none" strike="noStrike">
                <a:solidFill>
                  <a:schemeClr val="lt1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600" u="none" cap="none" strike="noStrike">
                <a:solidFill>
                  <a:schemeClr val="lt1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READ ME FIRST</a:t>
            </a:r>
            <a:r>
              <a:rPr b="1" i="0" lang="en-US" sz="1600" u="none" cap="none" strike="noStrike">
                <a:solidFill>
                  <a:srgbClr val="5818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rgbClr val="5818FF"/>
              </a:solidFill>
              <a:highlight>
                <a:srgbClr val="5818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5" y="475503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2000"/>
              <a:buFont typeface="Kanit"/>
              <a:buNone/>
            </a:pPr>
            <a:r>
              <a:rPr b="1" i="0" lang="en-US" sz="2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TO USE THIS TEMPLATE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932688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35040" y="420624"/>
            <a:ext cx="2606040" cy="502920"/>
          </a:xfrm>
          <a:prstGeom prst="roundRect">
            <a:avLst>
              <a:gd fmla="val 7273" name="adj"/>
            </a:avLst>
          </a:prstGeom>
          <a:solidFill>
            <a:srgbClr val="1B0442"/>
          </a:solidFill>
          <a:ln cap="flat" cmpd="sng" w="12700">
            <a:solidFill>
              <a:srgbClr val="1B0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35040" y="420624"/>
            <a:ext cx="2606040" cy="502920"/>
          </a:xfrm>
          <a:prstGeom prst="rect">
            <a:avLst/>
          </a:prstGeom>
          <a:solidFill>
            <a:srgbClr val="C500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DELETE THIS SLIDE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</a:br>
            <a:r>
              <a:rPr b="0" i="0" lang="en-US" sz="900" u="none" cap="none" strike="noStrike">
                <a:solidFill>
                  <a:srgbClr val="FFF0F2"/>
                </a:solidFill>
                <a:latin typeface="Inter"/>
                <a:ea typeface="Inter"/>
                <a:cs typeface="Inter"/>
                <a:sym typeface="Inter"/>
              </a:rPr>
              <a:t>before you present</a:t>
            </a:r>
            <a:endParaRPr b="0" i="0" sz="1000" u="none" cap="none" strike="noStrike">
              <a:solidFill>
                <a:srgbClr val="FFF0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1338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Kanit"/>
              <a:buNone/>
            </a:pPr>
            <a:r>
              <a:rPr lang="en-US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You share a slice of a mission, or the whole mission: the context, the problem you hit, the approach you took, and what it changed for the client and for you.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Google Shape;22;p3"/>
          <p:cNvGraphicFramePr/>
          <p:nvPr/>
        </p:nvGraphicFramePr>
        <p:xfrm>
          <a:off x="502920" y="16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{D61DC07B-1B65-4E73-9999-A8F139A01F9D}</a:tableStyleId>
              </a:tblPr>
              <a:tblGrid>
                <a:gridCol w="4069075"/>
                <a:gridCol w="406907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RULES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TRAP TO AVOID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141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7 slides. 18 min talking, 10 min questions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One storyline, not the whole mission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One idea per slide, 25 words tops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Show your artefacts, don't describe your method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Make us want to show our own impact too!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Telling the mission in chronological order. Six months never fit into 18 minutes, and the good part ends up squeezed onto the last slide while everyone's stomach rumbles.</a:t>
                      </a:r>
                      <a:br>
                        <a:rPr lang="en-US" sz="1000"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Pick one problem, one turning point, one outcome. The rest is what the 10 minutes of questions are for.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Google Shape;23;p3"/>
          <p:cNvSpPr/>
          <p:nvPr/>
        </p:nvSpPr>
        <p:spPr>
          <a:xfrm>
            <a:off x="502920" y="3490032"/>
            <a:ext cx="8138100" cy="841200"/>
          </a:xfrm>
          <a:prstGeom prst="roundRect">
            <a:avLst>
              <a:gd fmla="val 4348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30936" y="3490032"/>
            <a:ext cx="78822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100"/>
              <a:buFont typeface="Kanit"/>
              <a:buNone/>
            </a:pPr>
            <a:r>
              <a:rPr b="1" i="0" lang="en-US" sz="11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HOW TO FILL THIS IN.  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Read the speaker notes on each slide first: they hold the questions to answer and what to actually say out loud. Fill the [bracketed] bits, drop your visuals in the dashed zones, then delete the TIP boxes and this slide.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Quicker route: paste your notes into Claude and ask it to fill this template for you. Then correct what it got wrong, which is the part only you can 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4383901"/>
            <a:ext cx="813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Confidentiality: anonymise the client unless the mission is public · blur user data, names and figures in screenshots · prefer relative metrics · never share a client Figma or Miro link, screenshot it instead.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8229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TRIBE DESIGN · [DATE]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Kanit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T'REX 🦖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192024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[The story you want to tell, in one line]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3108960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[Your name] · [Client or anonymised descriptor]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897880" y="822960"/>
            <a:ext cx="2743200" cy="2743200"/>
          </a:xfrm>
          <a:prstGeom prst="roundRect">
            <a:avLst>
              <a:gd fmla="val 1333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897880" y="8229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T'REX · MISSION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WHERE I LANDED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1" name="Google Shape;51;p5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{D61DC07B-1B65-4E73-9999-A8F139A01F9D}</a:tableStyleId>
              </a:tblPr>
              <a:tblGrid>
                <a:gridCol w="2011675"/>
                <a:gridCol w="61264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YOURS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Sector &amp; size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[e.g. online bank, 15 designers, part of a big group]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product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[what it does, who uses it]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Where I sat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[a squad, a central team, on my own]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Design maturity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[first designer ever? one of thirty? nobody had met a user?]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Google Shape;52;p5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Design maturity is the line everyone actually wants. Say whether you were the first designer in the building or the thirtieth, it changes how the whole story reads.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T'REX · MISSION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THE BRIEF VS. THE ACTUAL PROBLEM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02920" y="1179576"/>
            <a:ext cx="3977640" cy="256032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64922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WHAT I WAS ASKED FOR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49224" y="1600200"/>
            <a:ext cx="3685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 mission order said]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they thought they needed]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663440" y="1179576"/>
            <a:ext cx="3977640" cy="256032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80974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WHAT WAS REALLY GOING 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809744" y="1600200"/>
            <a:ext cx="368503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you found in week two]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[how you found out]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This is where a T'REX earns its slot. If both columns say the same thing, your story is somewhere else in the mission, so go find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T'REX · MISSION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WHAT I DID ABOUT IT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02920" y="1179576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[Move 1, and the artefact that carried it]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[Move 2, and the artefact that carried it]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[Move 3, only if it deserves the airtime]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02920" y="2157984"/>
            <a:ext cx="8138160" cy="1828800"/>
          </a:xfrm>
          <a:prstGeom prst="roundRect">
            <a:avLst>
              <a:gd fmla="val 2000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502920" y="2157984"/>
            <a:ext cx="8138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DROP YOUR ARTEFACTS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screenshot · workshop photo · map · prototype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(crop tight, and redact before you paste)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Three moves maximum. Show the artefact rather than naming the method: we all know what a blueprint is, we want to see yours, with those constraints, at that client.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T'REX · MISSION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WHAT CHANGED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502920" y="1179576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[The outcome, in the client's own words, one sentence]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02920" y="1911096"/>
            <a:ext cx="3977640" cy="187452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649224" y="202082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HARD EVIDENCE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649224" y="2331720"/>
            <a:ext cx="36850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[a decision that got taken]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[a metric that moved, relative not absolute]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663440" y="1911096"/>
            <a:ext cx="3977640" cy="187452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4809744" y="202082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SOFT EVIDENCE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809744" y="2331720"/>
            <a:ext cx="36850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[an artefact the team kept using]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[a habit that survived after you left]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"The team runs its own interviews now" lands better than a satisfaction score. No number? Say so out loud. An honest qualitative outcome beats a decorative percentage every time.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T'REX · MISSION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WHAT I'D DO DIFFERENTLY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502920" y="1179576"/>
            <a:ext cx="8138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[Thing 1, specific enough that someone could act on it]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[Thing 2, same]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The slide your colleagues will reuse. Be concrete: "I'd have refused to start the workshop until the PO was in the room." Not "I'd manage my time better."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T'REX · MISSION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STEAL THIS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02920" y="1179576"/>
            <a:ext cx="8138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[Takeaway 1]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[Takeaway 2]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1428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[Takeaway 3]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02920" y="2615184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Over to you: [your question to the tribe]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02920" y="426110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TIP  </a:t>
            </a:r>
            <a:r>
              <a:rPr b="0" i="0" lang="en-US" sz="9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A good closing question: "Who else has landed somewhere with no analytics at all, and how did you build a baseline?" A bad one: "Any questions?"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